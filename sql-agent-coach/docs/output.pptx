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d1018ff4b34096" /><Relationship Type="http://schemas.openxmlformats.org/officeDocument/2006/relationships/extended-properties" Target="/docProps/app.xml" Id="Rf979a1f4a8dd4664" /><Relationship Type="http://schemas.openxmlformats.org/officeDocument/2006/relationships/officeDocument" Target="/ppt/presentation.xml" Id="R6c2a85d6bc5a48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371dfe2efd4235"/>
  </p:sldMasterIdLst>
  <p:notesMasterIdLst>
    <p:notesMasterId xmlns:r="http://schemas.openxmlformats.org/officeDocument/2006/relationships" r:id="R14ca2b449f114ca1"/>
  </p:notesMasterIdLst>
  <p:sldIdLst>
    <p:sldId xmlns:r="http://schemas.openxmlformats.org/officeDocument/2006/relationships" id="256" r:id="Re1a07ead967c4029"/>
    <p:sldId xmlns:r="http://schemas.openxmlformats.org/officeDocument/2006/relationships" id="257" r:id="R6cc3449b5af043e9"/>
    <p:sldId xmlns:r="http://schemas.openxmlformats.org/officeDocument/2006/relationships" id="258" r:id="Reb0e86262a74486f"/>
    <p:sldId xmlns:r="http://schemas.openxmlformats.org/officeDocument/2006/relationships" id="259" r:id="R5534e0bfd724464d"/>
    <p:sldId xmlns:r="http://schemas.openxmlformats.org/officeDocument/2006/relationships" id="260" r:id="R94dbc8e14c9a4705"/>
    <p:sldId xmlns:r="http://schemas.openxmlformats.org/officeDocument/2006/relationships" id="261" r:id="R0e497a56743744a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371dfe2efd4235" /><Relationship Type="http://schemas.openxmlformats.org/officeDocument/2006/relationships/theme" Target="/ppt/theme/theme1.xml" Id="R7c5f592565704fb3" /><Relationship Type="http://schemas.openxmlformats.org/officeDocument/2006/relationships/notesMaster" Target="/ppt/notesMasters/notesMaster1.xml" Id="R14ca2b449f114ca1" /><Relationship Type="http://schemas.openxmlformats.org/officeDocument/2006/relationships/presProps" Target="/ppt/presProps.xml" Id="Rc5934a95b1bb4f7b" /><Relationship Type="http://schemas.openxmlformats.org/officeDocument/2006/relationships/viewProps" Target="/ppt/viewProps.xml" Id="Rf602fa5a9a214ce8" /><Relationship Type="http://schemas.openxmlformats.org/officeDocument/2006/relationships/tableStyles" Target="/ppt/tableStyles.xml" Id="Rc457f03bbefc4620" /><Relationship Type="http://schemas.openxmlformats.org/officeDocument/2006/relationships/slide" Target="/ppt/slides/slide1.xml" Id="Re1a07ead967c4029" /><Relationship Type="http://schemas.openxmlformats.org/officeDocument/2006/relationships/slide" Target="/ppt/slides/slide2.xml" Id="R6cc3449b5af043e9" /><Relationship Type="http://schemas.openxmlformats.org/officeDocument/2006/relationships/slide" Target="/ppt/slides/slide3.xml" Id="Reb0e86262a74486f" /><Relationship Type="http://schemas.openxmlformats.org/officeDocument/2006/relationships/slide" Target="/ppt/slides/slide4.xml" Id="R5534e0bfd724464d" /><Relationship Type="http://schemas.openxmlformats.org/officeDocument/2006/relationships/slide" Target="/ppt/slides/slide5.xml" Id="R94dbc8e14c9a4705" /><Relationship Type="http://schemas.openxmlformats.org/officeDocument/2006/relationships/slide" Target="/ppt/slides/slide6.xml" Id="R0e497a56743744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d718b596f484d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42c8cdfb2849d3" /><Relationship Type="http://schemas.openxmlformats.org/officeDocument/2006/relationships/notesMaster" Target="/ppt/notesMasters/notesMaster1.xml" Id="R68e123db50a249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0f60874eb74d6f" /><Relationship Type="http://schemas.openxmlformats.org/officeDocument/2006/relationships/notesMaster" Target="/ppt/notesMasters/notesMaster1.xml" Id="R2629d0caac6f46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1fe81539d04e09" /><Relationship Type="http://schemas.openxmlformats.org/officeDocument/2006/relationships/notesMaster" Target="/ppt/notesMasters/notesMaster1.xml" Id="Re46c9bc6f2c34d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06a3559e6644ad" /><Relationship Type="http://schemas.openxmlformats.org/officeDocument/2006/relationships/notesMaster" Target="/ppt/notesMasters/notesMaster1.xml" Id="Rf25ee0383f254e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e2e98c03114c64" /><Relationship Type="http://schemas.openxmlformats.org/officeDocument/2006/relationships/notesMaster" Target="/ppt/notesMasters/notesMaster1.xml" Id="R4323da1091bf4a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38879ea32543cc" /><Relationship Type="http://schemas.openxmlformats.org/officeDocument/2006/relationships/notesMaster" Target="/ppt/notesMasters/notesMaster1.xml" Id="R9ebabff7408541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介绍系统目标：帮助学习者在真实数据库环境中反复练习 SQL，并获得即时反馈。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SQL Agent Coach project files and technical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强调系统不是只给答案，而是让学习者在执行反馈中完成修正。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SQL Agent Coach project files and technical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说明题目数量可继续扩展，也可以由 LLM 根据 schema 自动生成。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SQL Agent Coach project files and technical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强调模块边界：数据生成、判题、反馈可独立升级。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SQL Agent Coach project files and technical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说明判题策略适合教学：允许多种正确写法，同时给出可行动反馈。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SQL Agent Coach project files and technical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最后展示运行方式和扩展方向。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SQL Agent Coach project files and technical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235b66ac2c422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17D37C23-7CF7-438E-B487-1251B7858D4A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973B9B4F-625F-4319-B2C5-D9681230F3B9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387DDBF-F607-41EA-94F9-8BDAA53A589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FA51A9F-4988-42F2-A304-E141D65FD35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64447D-D597-47D7-8381-27C3DD27D50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9482011edff4d5e" /><Relationship Type="http://schemas.openxmlformats.org/officeDocument/2006/relationships/slideLayout" Target="/ppt/slideLayouts/slideLayout2.xml" Id="R5441e317cc1d48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76BD3C-5886-469B-9311-8FD7B43BCA1F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41e317cc1d48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9c1999de89402a" /><Relationship Type="http://schemas.openxmlformats.org/officeDocument/2006/relationships/image" Target="/ppt/media/image.png" Id="R3834001ef7d7406a" /><Relationship Type="http://schemas.openxmlformats.org/officeDocument/2006/relationships/notesSlide" Target="/ppt/notesSlides/notesSlide1.xml" Id="Rb10c7fd46b1e47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9b73b1cc1d48c0" /><Relationship Type="http://schemas.openxmlformats.org/officeDocument/2006/relationships/image" Target="/ppt/media/image2.png" Id="Rebb656b2b9314af8" /><Relationship Type="http://schemas.openxmlformats.org/officeDocument/2006/relationships/notesSlide" Target="/ppt/notesSlides/notesSlide2.xml" Id="R0ab36910cc0940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d0625365c144e7" /><Relationship Type="http://schemas.openxmlformats.org/officeDocument/2006/relationships/image" Target="/ppt/media/image3.png" Id="Rf669db432bac42fe" /><Relationship Type="http://schemas.openxmlformats.org/officeDocument/2006/relationships/notesSlide" Target="/ppt/notesSlides/notesSlide3.xml" Id="R76b349363bf748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d6f3c80ea74f62" /><Relationship Type="http://schemas.openxmlformats.org/officeDocument/2006/relationships/image" Target="/ppt/media/image4.png" Id="R0d4fc5466d164067" /><Relationship Type="http://schemas.openxmlformats.org/officeDocument/2006/relationships/notesSlide" Target="/ppt/notesSlides/notesSlide4.xml" Id="Rda6c8b69f24247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4a24db550a498a" /><Relationship Type="http://schemas.openxmlformats.org/officeDocument/2006/relationships/image" Target="/ppt/media/image5.png" Id="Rd53b9d694960400f" /><Relationship Type="http://schemas.openxmlformats.org/officeDocument/2006/relationships/notesSlide" Target="/ppt/notesSlides/notesSlide5.xml" Id="Rfabfd12bc9a444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0ee08a12c049c4" /><Relationship Type="http://schemas.openxmlformats.org/officeDocument/2006/relationships/image" Target="/ppt/media/image6.png" Id="R85cd6573644e43d8" /><Relationship Type="http://schemas.openxmlformats.org/officeDocument/2006/relationships/notesSlide" Target="/ppt/notesSlides/notesSlide6.xml" Id="Rede22211ad3342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64447D-D597-47D7-8381-27C3DD27D5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34001ef7d7406a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5024F-33A3-4BE0-8B64-4978924F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66C66-113A-44E0-AB0B-4EAB83B8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EEB968-B528-4041-94B9-33307773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SQL LEARNING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1A204-2493-4708-BA93-784EBBC1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</a:rPr>
              <a:t>SQL Agent Coach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2EA7A-748A-42A4-8417-C8984012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0363A"/>
                </a:solidFill>
              </a:defRPr>
            </a:pPr>
            <a:r>
              <a:rPr sz="1500" b="0">
                <a:solidFill>
                  <a:srgbClr val="30363A"/>
                </a:solidFill>
              </a:rPr>
              <a:t>基于 Agent 思路的 SQL 随身教练：从建库、出题、判题到答疑和学习建议形成闭环。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38D05-C64A-46EE-AFD5-7B9B1DD7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C74DB-95B4-4D85-B611-D987B27A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4"/>
                </a:solidFill>
              </a:defRPr>
            </a:pPr>
            <a:r>
              <a:rPr sz="1725" b="1">
                <a:solidFill>
                  <a:srgbClr val="101214"/>
                </a:solidFill>
              </a:rPr>
              <a:t>可运行系统 + 技术报告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11AE0-6E5B-4D26-B402-F6EE501C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SQL Agent Coach | 技术原理与架构演示</a:t>
            </a:r>
          </a:p>
        </p:txBody>
      </p:sp>
    </p:spTree>
    <p:extLst>
      <p:ext uri="{BB962C8B-B14F-4D97-AF65-F5344CB8AC3E}">
        <p14:creationId xmlns:p14="http://schemas.microsoft.com/office/powerpoint/2010/main" val="12670623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64447D-D597-47D7-8381-27C3DD27D5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b656b2b9314af8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B75C3-08ED-4C28-8913-AED0AFD2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21635-78A3-4561-8E7E-992F0A7A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闭环流程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5046E-D644-4766-8C9B-AEB2C444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02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2086C-2C39-4474-9E0D-2F3011FE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5FCD5-EA3D-4CDA-AC44-1DAF0C11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6F2E9-DB25-453D-9BE7-226AE64D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一次练习覆盖完整学习链路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E3BE44-3AF0-4FDC-98BC-E52A90F1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系统把数据库环境、题目、执行判题、错因解释和学习建议组织成可重复的训练循环。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698F0-1863-45F5-B33A-6E0D3E4E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7CD7DD-B16A-4E3A-B919-15575871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685E28-5CC5-4F32-9BDB-8A71CFE4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A6313-F065-4947-AB35-23643444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10AEA-DD03-4AB4-BE14-B0A403EF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ED5BF2-BA42-41C1-BBA9-05C6DF78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F3DF2A-E6B0-4D65-8C2E-96444F9E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生成环境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624BB5-47B5-40A8-9FD5-989147C9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按业务场景创建 schema、约束和样例数据，每个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session 使用独立 SQLite 沙箱。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43667B-2849-4B99-B9FE-383DF897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F9041C-0F5D-4F62-9309-EF3869B7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A6D2C7-D793-4468-9D71-663DFB25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5939E5-6D03-4454-89C9-604A3084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052C45-322E-426D-916B-00A91099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4D7022-8BCE-4523-AD7B-66032FA7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E6C638-038E-43AB-9F97-83CB679D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生成题目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ECE327-CF10-4F8A-937A-BD325B49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按难度和题型提供筛选、连接、聚合、子查询、窗口函数等练习。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A2DA38-20DE-44CC-93B2-7A99AC4E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0A2071-420C-49B3-A179-369D10AB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F71EA7-7461-4AC0-8523-D848435B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F23EE8-5451-4B70-8553-EFE1CFD4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6FE12F-EDE3-4232-8844-4050560C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A80123-5102-42A2-A9E1-66F3A0F7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2BD9F7-3977-4214-A802-CE0F4D3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反馈改进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3B0D04-7302-4FDC-9334-BC8A311C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比较用户 SQL 与参考 SQL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的结果，输出分数、错因解析和下一步建议。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3AF956-B9B9-47A8-9213-EE0E154C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SQL Agent Coach | 技术原理与架构演示</a:t>
            </a:r>
          </a:p>
        </p:txBody>
      </p:sp>
    </p:spTree>
    <p:extLst>
      <p:ext uri="{BB962C8B-B14F-4D97-AF65-F5344CB8AC3E}">
        <p14:creationId xmlns:p14="http://schemas.microsoft.com/office/powerpoint/2010/main" val="11751930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64447D-D597-47D7-8381-27C3DD27D5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69db432bac42fe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2AC19-BF9F-4A90-A425-D0516745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4EE07-5F9C-487C-9C07-F0139F32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DEMO 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AD840-089A-43D6-B2CB-AAFBE3AC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03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162EB-4F72-42F5-8D00-FF46FADD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45385-88DD-48AF-BBD2-70B4D5E0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0AFDD0-36A3-4EC2-B970-F0DCB09C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覆盖多场景、多题型、多难度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38606-FA99-4DCE-B7EF-A614A540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当前版本保留本地稳定运行能力，并已支持配置 LLM Judge Agent 接入判题。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EE5B2-FCA1-4B60-9157-265F246E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DDA25-96E3-49EA-B294-82059BB6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4FD119-AB62-4D7A-BB64-6EE34AFC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5EF5F5-3BF8-4AD2-80E2-DEAE4BC3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内置业务场景：电商订单、校园课程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6A09F0-182A-4CA1-9D1B-2DDCDC02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Catalog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086D5C-FBC3-4A43-8F35-D57315DD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09E86B-BE38-4F4E-A25F-AE8C97A3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2408F8-9138-4EB6-BE08-7CAE9EAA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633331-17C7-43AB-A443-3E07269E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覆盖入门、进阶、挑战题目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2F1437-F9D4-46ED-A05B-1F99B346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Exercise Bank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BF7A94-D183-489F-B1EF-BB7D42BA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64FC83-0D6C-4E7E-9796-25AC53F5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72D966-CC32-476D-999D-1E036146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8E08CF-8F62-48F2-A0CB-8C0E5090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题型：筛选、连接、聚合、子查询、窗口函数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ADD370-3E1C-4E1E-8B8C-25C34A76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Learning Goals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588639-2872-4A04-B6FA-0749042F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SQL Agent Coach | 技术原理与架构演示</a:t>
            </a:r>
          </a:p>
        </p:txBody>
      </p:sp>
    </p:spTree>
    <p:extLst>
      <p:ext uri="{BB962C8B-B14F-4D97-AF65-F5344CB8AC3E}">
        <p14:creationId xmlns:p14="http://schemas.microsoft.com/office/powerpoint/2010/main" val="8539559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64447D-D597-47D7-8381-27C3DD27D5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fc5466d164067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78898-1856-466A-8E50-9ACA1E9F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BEC9E-CFC5-4646-B872-2898D699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架构设计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3735A-EC44-4221-8894-8DFCB466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04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A57A6-C3C4-47E3-897E-F90DBEF2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33B31B-9BCB-478B-AB14-28920103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E84E2-DDF8-4034-83E1-234E3F1D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Agent 被拆成可替换的教学组件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94D78-7C6F-4800-AE47-CB70DA2A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核心逻辑集中在 Coach Agent，LLM 能力可以替换规则模块而不影响 demo 主流程。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5B8CA-F70D-47C7-B098-33A2E262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2D36B3-10F8-4959-9E1F-140A0FA1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E92C63-DF78-4D99-ADB0-1E783046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D482CA-AD44-48C0-93DB-8CF1FD7B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44241B-235B-4345-B655-EE3ADEED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9D384A-5E70-42A4-9655-36B62313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9F384B-63A8-42D5-A48E-CC736FFB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Catalog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2C13A8-874F-4BD4-9B77-B881BC70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管理场景、DDL、样例数据、题干、参考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SQL、知识点和提示。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153676-4ACC-4365-8778-FDB95D5A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147452-76A0-4568-95A0-79B57781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677390-31C5-487F-9734-59A4E83A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88FFCC-9916-4578-B43C-9068C020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A02D5C-2C4C-4AD7-B89A-99BF8140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4DA345-7286-4007-A04A-A8D93ABD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009565-48F9-4172-9040-79048CB0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SQLite 沙箱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C0C5F2-2B71-4C99-A1AD-17F85188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每个练习会话独立建库，只允许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SELECT/WITH，避免破坏数据。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59A730-30FD-4E3F-88B6-11E6A1B4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A06C11-5AD8-4E23-968A-44938873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B51092-2C4F-4B94-9DB2-8360BEF2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91D986-2AA4-4EAC-A4AC-7F6A63A4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CD1B15-20AA-4E28-AA41-B93E5798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01F018-A641-42B3-BE8E-274A94D6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8FC429-7986-48CE-A124-D097A0E9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Coach Agent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969E47-5AFF-4708-B828-F6BC4335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负责出题、执行、判题、错因解释、答疑和最终学习建议。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25B5FB-6064-48C3-92E6-D9811EBA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SQL Agent Coach | 技术原理与架构演示</a:t>
            </a:r>
          </a:p>
        </p:txBody>
      </p:sp>
    </p:spTree>
    <p:extLst>
      <p:ext uri="{BB962C8B-B14F-4D97-AF65-F5344CB8AC3E}">
        <p14:creationId xmlns:p14="http://schemas.microsoft.com/office/powerpoint/2010/main" val="20840926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64447D-D597-47D7-8381-27C3DD27D5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b9d694960400f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534F5-1166-4245-9898-C3B52AF8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63604-8EEE-4BBF-B85C-E36D69E8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判题机制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12660-757E-4D19-9384-473E2CFC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05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D6FD6-8CFA-4A4B-B4EF-9FCF45A0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4F46F-45EF-4ACB-92E0-6A3B1F26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516A97-1471-4AC5-9059-2E078EC9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用结果等价驱动反馈，而不是只匹配字符串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A529F-93FF-4D2A-A14C-67278355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用户可以写出不同风格的 SQL，只要返回结果与参考答案一致，就判定正确。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8A76D-06F1-4F13-BE0C-2FD8B3AF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7637C8-0C08-45D4-B3BF-AEE83379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C89AA-5FE9-4E99-B3EE-5E5748AE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92319-44FB-4354-8281-FD4B0BBD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6C1469-41CC-40F7-9212-FFE3F83E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46A8DF-4893-4373-ACF1-27A4E724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DDAD07-7A44-4714-BAC6-C9B2A618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结果比对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D4A847-CA82-4DA4-91F0-D19AF393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分别执行参考 SQL 和用户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SQL，比较列、行和内容，兼容合理的行顺序差异。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85F18B-7C39-4B7F-B100-DED55171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CF5006-F954-4940-BA7E-38D6FB64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AF7706-BCA8-4BEB-98D7-5FFD55D8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AB2519-5014-4F48-B620-99C4E443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B6C2A5-F4D4-434A-A4ED-C36EA4D5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869B43-DA25-4E4B-A511-0CD0DFC9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BA0C06-EFF7-4A81-B95C-1886C02D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部分得分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C528D9-361E-4421-A354-20FBC4C3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列名、行数、知识点命中都会影响分数，帮助定位离正确答案还有多远。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32DD05-2781-4D29-9D03-8BA9665A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191FFB-81A9-4C7E-A596-388F5CFA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EB93CC-4423-4D9A-BE65-1958E99F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C16C2B-B59D-4F8E-B23E-3FE05E51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D9BD7C-D6BF-474B-B48B-EB67CCED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7C6916-D107-4423-8920-68FD78EC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4243A7-B6FD-4197-8EC9-D7B454AD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错因解析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78BB0B-5401-4B77-A257-B0AC6C4A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根据执行错误和结果差异提示表名、字段、JOIN、GROUP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BY、HAVING 等问题。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256F42-C97E-49E4-923E-8D404255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SQL Agent Coach | 技术原理与架构演示</a:t>
            </a:r>
          </a:p>
        </p:txBody>
      </p:sp>
    </p:spTree>
    <p:extLst>
      <p:ext uri="{BB962C8B-B14F-4D97-AF65-F5344CB8AC3E}">
        <p14:creationId xmlns:p14="http://schemas.microsoft.com/office/powerpoint/2010/main" val="17947873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64447D-D597-47D7-8381-27C3DD27D5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d6573644e43d8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D05E2-4652-4E7E-B8CD-8D4D4276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04325-6059-4221-BE27-BC97D405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交付与扩展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3F3DA-959C-4660-8EF5-C04FF8B2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06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EA8F0-FB1B-4F13-9E41-0A36D8BE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E58E35-A381-4AF8-8909-46DC3F8F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8AAD8-BB74-4030-82D0-C4223C3E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本地可运行，也能接入 LLM Agent 判题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BFCD5-AC88-47D6-A38D-F914C2D5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默认离线可用；配置 API Key 后，判题解释由 Judge Agent 结构化返回。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DE5126-1954-488C-A33E-983BD5AE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0AE412-5B0C-4652-9DE0-AB0505CD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EE7186-E710-4755-820E-CB91DD77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可选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88B395-A683-45F4-8AEB-2B25CDC7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默认离线运行；配置 API Key 后启用 LLM Judge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81783-F090-4E0A-A5EA-459A4999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Runtime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7A1474-874F-4379-A060-C10F3CE6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C86A1B-6C42-4786-8628-AF431FD0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349C54-20B7-4C8D-9253-B8E1DEFF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 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35F21F-E43D-4C1F-9789-8A3B6CC9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命令启动：python app.py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B6CED7-4D78-4F59-89A8-3114CFB6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Demo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536F2B-7715-4636-9B5D-466FCFD3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2632BA-7ED1-49B4-9120-B9F8679E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81C988-E030-4D40-85AB-4F42D48F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4 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6DECC7-C8AF-4AD6-B8DA-10BEEA55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已接入 Judge Agent；可继续扩展 Schema、Problem、Tutor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ED3AE9-8A26-4BFB-ACDB-F99878FA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Roadmap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BD217E-99DF-40F8-B829-7570418E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SQL Agent Coach | 技术原理与架构演示</a:t>
            </a:r>
          </a:p>
        </p:txBody>
      </p:sp>
    </p:spTree>
    <p:extLst>
      <p:ext uri="{BB962C8B-B14F-4D97-AF65-F5344CB8AC3E}">
        <p14:creationId xmlns:p14="http://schemas.microsoft.com/office/powerpoint/2010/main" val="3308853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2026-05-16T04:40:07.3170000Z</dcterms:created>
  <dcterms:modified xsi:type="dcterms:W3CDTF">2026-05-16T04:40:07.3170000Z</dcterms:modified>
</coreProperties>
</file>